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D45"/>
    <a:srgbClr val="AFF4C6"/>
    <a:srgbClr val="D1ECFF"/>
    <a:srgbClr val="050718"/>
    <a:srgbClr val="E97132"/>
    <a:srgbClr val="6B8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3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83354-5A36-47E3-A111-60C3F865B5E0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A6B74-D9C4-4AC9-9116-8EB3D84582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8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2F9E3-9E98-FCDB-D1C7-BB5A81279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0CB12-2802-5A83-FE15-50220A993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5C67C6-628E-00CE-64FC-7BB6EE84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756C62-7AC0-45CE-C31F-07E39A36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9803E-FC0F-9D34-079A-76CF9900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26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86476-2455-3F01-92BA-4F2E1421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C80E41-BB1B-1E21-1FDE-5D932611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FDFDC7-01F0-E6A0-45B2-885A1192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BE224-EC0E-A916-9950-4DB4C628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AA2C4-CE27-1216-59BC-503A437C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51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9E1185-8428-7A13-4470-2F193508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3540C5-941A-785D-5391-4210DC71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AEBE1A-C892-C62B-04C4-B02AF848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7FBF31-71A4-08F9-A606-7647217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13D9D-725C-AD4B-698C-827FB55D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6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BD93B-9DB3-13C3-5FE1-572B352B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AC83D-0573-EC9F-3737-D9D946E31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8468D6-26EE-F784-B2B2-7CAF0EEA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91057E-E02B-93EC-7638-BF8BB0D5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1E6E78-5C2F-8421-4981-605800A5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B137EA-DA66-9821-ED78-7225C114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15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7DCF3-0213-254B-439B-3B2D4A1B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B6C595-7576-A172-3177-CC39C0E7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0752CD-FF9B-23A1-87FA-4F0C5A1F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8C6F60-563F-B10C-B2BC-0C3F850DA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1D453-256F-15A0-15CE-9AFD834E5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BBF07E-A905-D8FB-4C45-FA6BFFE9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335ECA-B384-1B53-3581-859DF9C6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1886FA-2128-18BB-DABB-3C51D9D2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1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5317E-4576-BF51-A796-08D33DC2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F79AA-A2F7-473B-B747-6325AC24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C1D8C0-FDE4-25E5-5B52-ECA06275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985BC7-A6BC-7D3A-507B-4D62F42F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20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B98D2E-9AB2-73C3-4FEA-EBDA4BEF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0E8E18-B48F-A508-EDBD-0891CF3C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D0284D-C393-0D83-3168-4E94E589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62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1589C-AA10-5A77-14B1-DA6BB1B6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50C88-AF90-797B-AF00-F70689C4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1B770A-D623-16F3-342C-0BD503BE0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00E30D-DEAD-ADF0-18E5-C52634DF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F7F624-B3A5-5B15-C89C-C01786FA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2F5667-3D9C-038E-5814-87F92DAB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2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62E92-0374-21DE-E94F-5A3F1B1A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DB591D-AE30-B5D0-5446-96B95E5AC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B0CD26-508F-4AAD-2EB2-292BC3EEA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290AE-DB33-4008-7ABC-980CE1D4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2350D7-80FD-E5B2-0306-F4B466AD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23477D-0F73-C07E-8C8B-C4D6BE86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19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1CB04-C277-35DE-922B-BA896209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33CD77-4486-CBB0-62DA-000DCDDE2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709EC-99D2-AF9C-FCF3-FE5B4D70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885684-014B-242A-B273-0A7620D4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B87B35-20BC-4001-9140-5B22C84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69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B7F48C0-6527-91AF-8DBF-C0E7B5409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5AAE69-093E-4A7C-94A5-D6D052613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2A23DA-40AB-49DA-5478-E480D5EB8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82BF27-4038-AF5E-8C5F-4485FB5A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669AB-1FCB-D9E1-8291-3468C2C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1187C94-4E82-0C14-1B77-A4FC36B6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0269F2-CFE8-76EF-ED9C-2916FE8F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499FE2-3142-8799-3A89-AF00BAEEE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08D97-0F25-EDD1-854D-87454DE6A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CE9E3-4449-48B6-8A68-AEBC50E37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70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Video 4" descr="Computerserver">
            <a:extLst>
              <a:ext uri="{FF2B5EF4-FFF2-40B4-BE49-F238E27FC236}">
                <a16:creationId xmlns:a16="http://schemas.microsoft.com/office/drawing/2014/main" id="{17B8F3F8-1AD3-F8F5-FDB2-FD4FC067C4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r="1" b="285"/>
          <a:stretch>
            <a:fillRect/>
          </a:stretch>
        </p:blipFill>
        <p:spPr>
          <a:xfrm>
            <a:off x="767444" y="29548"/>
            <a:ext cx="10721729" cy="6013845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73AD6B10-F07A-370F-FDBB-3B9CCFB2F79C}"/>
              </a:ext>
            </a:extLst>
          </p:cNvPr>
          <p:cNvSpPr/>
          <p:nvPr/>
        </p:nvSpPr>
        <p:spPr>
          <a:xfrm>
            <a:off x="2618174" y="494095"/>
            <a:ext cx="7399521" cy="5596063"/>
          </a:xfrm>
          <a:prstGeom prst="rect">
            <a:avLst/>
          </a:prstGeom>
          <a:solidFill>
            <a:srgbClr val="6B85B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127002-2D16-8B9C-62FD-55CDFB732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173" y="630936"/>
            <a:ext cx="7315200" cy="2702018"/>
          </a:xfrm>
          <a:noFill/>
        </p:spPr>
        <p:txBody>
          <a:bodyPr anchor="b"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Multi-stage LLM-driven policy and code generation for zero trust access control in automotive data spaces</a:t>
            </a:r>
            <a:endParaRPr lang="de-DE" sz="4400" dirty="0">
              <a:solidFill>
                <a:schemeClr val="bg1"/>
              </a:solidFill>
            </a:endParaRP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7191F3EE-56F5-0161-1B57-850F407DE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 lnSpcReduction="10000"/>
          </a:bodyPr>
          <a:lstStyle/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A Proof-of-Concept Addressing Developer Pitfalls</a:t>
            </a:r>
          </a:p>
          <a:p>
            <a:pPr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Presenter: Thomas Walloschke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Affiliation: secon trust consult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Webinar: IEEE “Mind the Gaps”, 2026-03-04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Trustworthiness of AI io Automated Vehicles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Co-Author: Dr. Michael Schmitt, SAP, GRC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6D15B43-A4F9-81BE-8FA9-1BC2F094C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FC15B5A-D0B7-AF01-2A24-EA42644BDC9C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2812778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Breitbild</PresentationFormat>
  <Paragraphs>6</Paragraphs>
  <Slides>1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Multi-stage LLM-driven policy and code generation for zero trust access control in automotive data spaces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Walloschke, Thomas</dc:creator>
  <cp:keywords>, docId:CE9C6AC0B9E94DEED35FB7EC441CE82A</cp:keywords>
  <cp:lastModifiedBy>Walloschke, Thomas</cp:lastModifiedBy>
  <cp:revision>38</cp:revision>
  <dcterms:created xsi:type="dcterms:W3CDTF">2026-02-25T10:10:23Z</dcterms:created>
  <dcterms:modified xsi:type="dcterms:W3CDTF">2026-02-27T22:37:41Z</dcterms:modified>
</cp:coreProperties>
</file>